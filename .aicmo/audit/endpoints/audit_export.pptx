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AICMO Report – TechCorp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AICMO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TechCorp is aiming to drive Launch new SaaS product over the next 3 months. This plan covers strategy, campaign focus, and channel mix.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TechCorp operates in the SaaS space, targeting Tech-savvy entrepreneurs.</a:t>
            </a:r>
          </a:p>
          <a:p/>
          <a:p>
            <a:r>
              <a:t>The primary objective is Launch new SaaS product within the 3 months timeframe. Key considerations include the audience's core pain points and how TechCorp can deliver measurable value. Strategic positioning and competitive co...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Position the brand as the default choice for its niche by combining:</a:t>
            </a:r>
          </a:p>
          <a:p>
            <a:r>
              <a:t>- consistent social presence</a:t>
            </a:r>
          </a:p>
          <a:p>
            <a:r>
              <a:t>- proof-driven storytelling (testimonials, case studies)</a:t>
            </a:r>
          </a:p>
          <a:p>
            <a:r>
              <a:t>- clear, repeated core promises across all touchpoints.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Addressing Core Needs: Focus on how TechCorp solves the Workflow inefficiency challenge for Tech-savvy entrepreneurs....</a:t>
            </a:r>
          </a:p>
          <a:p>
            <a:r>
              <a:t>Proven Value Delivery: Demonstrate how TechCorp's Streamline team workflows delivers tangible results....</a:t>
            </a:r>
          </a:p>
          <a:p>
            <a:r>
              <a:t>Building Credibility &amp; Engagement: Create consistent, authentic touchpoints that deepen the relationship with Tech-savvy entrepreneurs....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Campaign Big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Whenever your ideal buyer thinks of SaaS, they remember TechCorp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Campaign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Primary: Launch new SaaS product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Audience: Core Buyer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Tech-savvy entrepreneurs who is actively looking for better options and wants less friction, more clarity, and trustworthy proof before committing.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Content Calendar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Period: 2025-11-23 to 2025-11-29</a:t>
            </a:r>
          </a:p>
          <a:p>
            <a:r>
              <a:t>Posts Planned: 7</a:t>
            </a:r>
          </a:p>
          <a:p>
            <a:r>
              <a:t>Platforms: LinkedIn, Twitter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Promise: TechCorp will see tangible movement towards Launch new SaaS product in the next 30 days.</a:t>
            </a:r>
          </a:p>
          <a:p>
            <a:r>
              <a:t>• We replace random acts of marketing with a simple, repeatable system.</a:t>
            </a:r>
          </a:p>
          <a:p>
            <a:r>
              <a:t>• We reuse a few strong ideas across channels instead of chasing every trend.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Quick Wins:</a:t>
            </a:r>
          </a:p>
          <a:p>
            <a:r>
              <a:t>• Align the next 7 days of content to the 2–3 key messages defined in this report.</a:t>
            </a:r>
          </a:p>
          <a:p>
            <a:r>
              <a:t>• Refresh bio/description on key platforms to reflect the new core promise.</a:t>
            </a:r>
          </a:p>
          <a:p>
            <a:r>
              <a:t>Next 10 Days:</a:t>
            </a:r>
          </a:p>
          <a:p>
            <a:r>
              <a:t>• Publish at least one 'proof' post (testimonial, screenshot, mini case study).</a:t>
            </a:r>
          </a:p>
          <a:p>
            <a:r>
              <a:t>• Test one strong offer or lead magnet and track responses.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Hooks:</a:t>
            </a:r>
          </a:p>
          <a:p>
            <a:r>
              <a:t>• Stop posting randomly. Start compounding your brand.</a:t>
            </a:r>
          </a:p>
          <a:p>
            <a:r>
              <a:t>• Your content is working harder than your strategy. Let's fix that.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